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5E5695-4F06-44E9-8769-5D3BDAEC9820}" v="15" dt="2026-06-21T01:22:43.3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i-food-donation-assistant.streamlit.app/" TargetMode="External"/><Relationship Id="rId2" Type="http://schemas.openxmlformats.org/officeDocument/2006/relationships/hyperlink" Target="https://github.com/mohdrahman-ai/AI-Food-Donation-Assistan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2445" y="409780"/>
            <a:ext cx="7772400" cy="1470025"/>
          </a:xfrm>
        </p:spPr>
        <p:txBody>
          <a:bodyPr/>
          <a:lstStyle/>
          <a:p>
            <a:r>
              <a:rPr dirty="0"/>
              <a:t>AI Food Donation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7754" y="2046339"/>
            <a:ext cx="8259097" cy="4315132"/>
          </a:xfrm>
        </p:spPr>
        <p:txBody>
          <a:bodyPr>
            <a:normAutofit fontScale="92500" lnSpcReduction="10000"/>
          </a:bodyPr>
          <a:lstStyle/>
          <a:p>
            <a:r>
              <a:rPr lang="en-IN" sz="2400" dirty="0">
                <a:solidFill>
                  <a:schemeClr val="tx2"/>
                </a:solidFill>
              </a:rPr>
              <a:t>SDG - </a:t>
            </a:r>
            <a:r>
              <a:rPr sz="2400" dirty="0">
                <a:solidFill>
                  <a:schemeClr val="tx2"/>
                </a:solidFill>
              </a:rPr>
              <a:t>SDG 2: Zero Hunger</a:t>
            </a:r>
          </a:p>
          <a:p>
            <a:pPr algn="l"/>
            <a:endParaRPr lang="en-IN" sz="2400" dirty="0"/>
          </a:p>
          <a:p>
            <a:pPr algn="l"/>
            <a:r>
              <a:rPr lang="en-IN" sz="2400" dirty="0">
                <a:solidFill>
                  <a:schemeClr val="tx1"/>
                </a:solidFill>
              </a:rPr>
              <a:t>Intern Name: Mohammed Abdul Rahman</a:t>
            </a:r>
          </a:p>
          <a:p>
            <a:pPr algn="l"/>
            <a:r>
              <a:rPr lang="en-IN" sz="2400" dirty="0">
                <a:solidFill>
                  <a:schemeClr val="tx1"/>
                </a:solidFill>
              </a:rPr>
              <a:t>University: JNTUH University College of Engineering </a:t>
            </a:r>
            <a:r>
              <a:rPr lang="en-IN" sz="2400" dirty="0" err="1">
                <a:solidFill>
                  <a:schemeClr val="tx1"/>
                </a:solidFill>
              </a:rPr>
              <a:t>Palair</a:t>
            </a:r>
            <a:endParaRPr lang="en-IN" sz="2400" dirty="0">
              <a:solidFill>
                <a:schemeClr val="tx1"/>
              </a:solidFill>
            </a:endParaRPr>
          </a:p>
          <a:p>
            <a:pPr algn="l"/>
            <a:r>
              <a:rPr lang="en-IN" sz="2400" dirty="0">
                <a:solidFill>
                  <a:schemeClr val="tx1"/>
                </a:solidFill>
              </a:rPr>
              <a:t>AICTE Student ID: STU6976153e7cc851769346366</a:t>
            </a:r>
          </a:p>
          <a:p>
            <a:pPr algn="l"/>
            <a:r>
              <a:rPr lang="en-IN" sz="2400" dirty="0">
                <a:solidFill>
                  <a:schemeClr val="tx1"/>
                </a:solidFill>
              </a:rPr>
              <a:t>Internship Program: 1M1B AI for Sustainability Virtual Internship</a:t>
            </a:r>
          </a:p>
          <a:p>
            <a:pPr algn="l"/>
            <a:r>
              <a:rPr lang="en-IN" sz="2400" dirty="0">
                <a:solidFill>
                  <a:schemeClr val="tx1"/>
                </a:solidFill>
              </a:rPr>
              <a:t>Internship Domain: Artificial Intelligence &amp; Sustainability</a:t>
            </a:r>
          </a:p>
          <a:p>
            <a:pPr algn="l"/>
            <a:r>
              <a:rPr lang="en-IN" sz="2400" dirty="0">
                <a:solidFill>
                  <a:schemeClr val="tx1"/>
                </a:solidFill>
              </a:rPr>
              <a:t>Project Title: AI Food Donation Assistant</a:t>
            </a:r>
          </a:p>
          <a:p>
            <a:pPr algn="l"/>
            <a:r>
              <a:rPr lang="en-IN" sz="2400" dirty="0">
                <a:solidFill>
                  <a:schemeClr val="tx1"/>
                </a:solidFill>
              </a:rPr>
              <a:t>SDG: SDG 2 – Zero Hunger</a:t>
            </a:r>
          </a:p>
          <a:p>
            <a:pPr algn="l"/>
            <a:r>
              <a:rPr lang="en-IN" sz="2400" dirty="0">
                <a:solidFill>
                  <a:schemeClr val="tx1"/>
                </a:solidFill>
              </a:rPr>
              <a:t>Tools Used: Python, </a:t>
            </a:r>
            <a:r>
              <a:rPr lang="en-IN" sz="2400" dirty="0" err="1">
                <a:solidFill>
                  <a:schemeClr val="tx1"/>
                </a:solidFill>
              </a:rPr>
              <a:t>Streamlit</a:t>
            </a:r>
            <a:r>
              <a:rPr lang="en-IN" sz="2400" dirty="0">
                <a:solidFill>
                  <a:schemeClr val="tx1"/>
                </a:solidFill>
              </a:rPr>
              <a:t>, Pandas</a:t>
            </a:r>
          </a:p>
          <a:p>
            <a:pPr algn="l"/>
            <a:r>
              <a:rPr lang="en-IN" sz="2400" dirty="0">
                <a:solidFill>
                  <a:schemeClr val="tx1"/>
                </a:solidFill>
              </a:rPr>
              <a:t>Duration: 6 Weeks</a:t>
            </a:r>
            <a:endParaRPr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2122"/>
            <a:ext cx="8229600" cy="1143000"/>
          </a:xfrm>
        </p:spPr>
        <p:txBody>
          <a:bodyPr>
            <a:normAutofit fontScale="90000"/>
          </a:bodyPr>
          <a:lstStyle/>
          <a:p>
            <a:r>
              <a:rPr sz="5300" dirty="0"/>
              <a:t>Problem Statement</a:t>
            </a:r>
            <a:br>
              <a:rPr lang="en-IN" dirty="0"/>
            </a:br>
            <a:r>
              <a:rPr lang="en-IN" sz="3100" dirty="0"/>
              <a:t>SDG – SDG 2:Zero Hunger</a:t>
            </a:r>
            <a:endParaRPr sz="31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74605"/>
            <a:ext cx="8229600" cy="4525963"/>
          </a:xfrm>
        </p:spPr>
        <p:txBody>
          <a:bodyPr/>
          <a:lstStyle/>
          <a:p>
            <a:r>
              <a:rPr dirty="0"/>
              <a:t>Food waste and hunger exist simultaneously in many communities. This project aims to help donors share surplus food efficiently and support NGOs and volunteers in reaching people in need.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Streamlit-based application that records food donations, organizes data, allows filtering of donations, and displays donation statistics.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5361"/>
            <a:ext cx="8229600" cy="1143000"/>
          </a:xfrm>
        </p:spPr>
        <p:txBody>
          <a:bodyPr/>
          <a:lstStyle/>
          <a:p>
            <a:r>
              <a:rPr lang="en-IN" dirty="0"/>
              <a:t>Project</a:t>
            </a:r>
            <a:r>
              <a:rPr dirty="0"/>
              <a:t> </a:t>
            </a:r>
            <a:r>
              <a:rPr lang="en-IN" dirty="0"/>
              <a:t>Work</a:t>
            </a:r>
            <a:r>
              <a:rPr dirty="0"/>
              <a:t>Flow</a:t>
            </a:r>
          </a:p>
        </p:txBody>
      </p:sp>
      <p:pic>
        <p:nvPicPr>
          <p:cNvPr id="3" name="Picture 2" descr="326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68361"/>
            <a:ext cx="8229600" cy="53150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Python</a:t>
            </a:r>
          </a:p>
          <a:p>
            <a:r>
              <a:rPr dirty="0" err="1"/>
              <a:t>Streamlit</a:t>
            </a:r>
            <a:endParaRPr dirty="0"/>
          </a:p>
          <a:p>
            <a:r>
              <a:rPr dirty="0"/>
              <a:t>Pandas</a:t>
            </a:r>
          </a:p>
          <a:p>
            <a:r>
              <a:rPr dirty="0"/>
              <a:t>CSV Data Storage</a:t>
            </a:r>
            <a:endParaRPr lang="en-IN" dirty="0"/>
          </a:p>
          <a:p>
            <a:endParaRPr dirty="0"/>
          </a:p>
          <a:p>
            <a:pPr marL="0" indent="0">
              <a:buNone/>
            </a:pPr>
            <a:r>
              <a:rPr dirty="0"/>
              <a:t>AI-inspired Components:</a:t>
            </a:r>
            <a:endParaRPr lang="en-IN" dirty="0"/>
          </a:p>
          <a:p>
            <a:r>
              <a:rPr dirty="0"/>
              <a:t>User Input Analysis</a:t>
            </a:r>
            <a:endParaRPr lang="en-IN" dirty="0"/>
          </a:p>
          <a:p>
            <a:r>
              <a:rPr dirty="0"/>
              <a:t> Intelligent Data Organization</a:t>
            </a:r>
            <a:endParaRPr lang="en-IN" dirty="0"/>
          </a:p>
          <a:p>
            <a:r>
              <a:rPr dirty="0"/>
              <a:t> Rule-Based Recommendation Logic</a:t>
            </a:r>
            <a:endParaRPr lang="en-IN" dirty="0"/>
          </a:p>
          <a:p>
            <a:r>
              <a:rPr dirty="0"/>
              <a:t> Decision Support Mechanisms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Supports SDG 2: Zero Hunger by encouraging food donation, reducing food waste, and helping NGOs and volunteers identify available food resources.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45127-3C42-91D7-3BF0-52412876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109" y="353136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Result Images</a:t>
            </a:r>
            <a:br>
              <a:rPr lang="en-IN" dirty="0"/>
            </a:br>
            <a:br>
              <a:rPr lang="en-IN" dirty="0"/>
            </a:br>
            <a:r>
              <a:rPr lang="en-IN" sz="2700" dirty="0"/>
              <a:t>AI Food Donation Assistant </a:t>
            </a:r>
            <a:r>
              <a:rPr lang="en-IN" sz="2700" dirty="0" err="1"/>
              <a:t>Streamlit</a:t>
            </a:r>
            <a:r>
              <a:rPr lang="en-IN" sz="2700" dirty="0"/>
              <a:t> application user interface-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42E760-1A2F-2CBF-DA65-3C5DF4E19F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291" y="1796845"/>
            <a:ext cx="7987418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290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3EEC0-8E88-ECA3-ABD2-CD74119A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71" y="378542"/>
            <a:ext cx="8229600" cy="1143000"/>
          </a:xfrm>
        </p:spPr>
        <p:txBody>
          <a:bodyPr>
            <a:normAutofit/>
          </a:bodyPr>
          <a:lstStyle/>
          <a:p>
            <a:r>
              <a:rPr lang="en-IN" sz="3200" dirty="0"/>
              <a:t>AI Food Donation Assistant user interface result-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79892C-C07E-C048-F387-8271688B6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2974" y="1305232"/>
            <a:ext cx="7392432" cy="4721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027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464BC-2DCB-6944-0036-7D226B364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226" y="446702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AI Food Donation Assistant application csv data storage of all donations-</a:t>
            </a:r>
            <a:endParaRPr lang="en-IN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D5B172-40DD-19F6-95E6-1EC4FF1BE6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157" y="1589701"/>
            <a:ext cx="8141643" cy="461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333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383C6-0BA0-A31A-9349-7ED4F1359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852" y="261784"/>
            <a:ext cx="8229600" cy="1143000"/>
          </a:xfrm>
        </p:spPr>
        <p:txBody>
          <a:bodyPr/>
          <a:lstStyle/>
          <a:p>
            <a:r>
              <a:rPr lang="en-IN" dirty="0"/>
              <a:t>Project links 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85923-783C-D215-92A3-6695BCA6F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  <a:p>
            <a:r>
              <a:rPr lang="en-IN" dirty="0" err="1"/>
              <a:t>Github</a:t>
            </a:r>
            <a:r>
              <a:rPr lang="en-IN" dirty="0"/>
              <a:t> repository link – </a:t>
            </a:r>
            <a:r>
              <a:rPr lang="en-IN" dirty="0">
                <a:hlinkClick r:id="rId2"/>
              </a:rPr>
              <a:t>https://github.com/mohdrahman-ai/AI-Food-Donation-Assistant </a:t>
            </a:r>
            <a:endParaRPr lang="en-IN" dirty="0"/>
          </a:p>
          <a:p>
            <a:r>
              <a:rPr lang="en-IN" dirty="0" err="1"/>
              <a:t>Streamlit</a:t>
            </a:r>
            <a:r>
              <a:rPr lang="en-IN" dirty="0"/>
              <a:t> app link - </a:t>
            </a:r>
            <a:r>
              <a:rPr lang="en-IN" dirty="0">
                <a:hlinkClick r:id="rId3"/>
              </a:rPr>
              <a:t>https://ai-food-donation-assistant.streamlit.app/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4801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250</Words>
  <Application>Microsoft Office PowerPoint</Application>
  <PresentationFormat>On-screen Show (4:3)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AI Food Donation Assistant</vt:lpstr>
      <vt:lpstr>Problem Statement SDG – SDG 2:Zero Hunger</vt:lpstr>
      <vt:lpstr>Proposed Solution</vt:lpstr>
      <vt:lpstr>Project WorkFlow</vt:lpstr>
      <vt:lpstr>Technologies Used</vt:lpstr>
      <vt:lpstr>Impact</vt:lpstr>
      <vt:lpstr>Result Images  AI Food Donation Assistant Streamlit application user interface-</vt:lpstr>
      <vt:lpstr>AI Food Donation Assistant user interface result-</vt:lpstr>
      <vt:lpstr>AI Food Donation Assistant application csv data storage of all donations-</vt:lpstr>
      <vt:lpstr>Project links -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Mohammed Abdul Rahman</dc:creator>
  <cp:keywords/>
  <dc:description>generated using python-pptx</dc:description>
  <cp:lastModifiedBy>Mohammed Abdul Rahman</cp:lastModifiedBy>
  <cp:revision>2</cp:revision>
  <dcterms:created xsi:type="dcterms:W3CDTF">2013-01-27T09:14:16Z</dcterms:created>
  <dcterms:modified xsi:type="dcterms:W3CDTF">2026-06-21T01:23:37Z</dcterms:modified>
  <cp:category/>
</cp:coreProperties>
</file>